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2286000"/>
            <a:ext cx="0" cy="2468880"/>
          </a:xfrm>
          <a:prstGeom prst="line">
            <a:avLst/>
          </a:prstGeom>
          <a:noFill/>
          <a:ln w="38100">
            <a:solidFill>
              <a:srgbClr val="1E4FD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2651760"/>
            <a:ext cx="9875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Namespaces, Autoloading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Composer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868680" y="4343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ITEPC03  ·  Object-Oriented Programming  ·  Jerico B. Garcia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Namespace?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0" cy="1188720"/>
          </a:xfrm>
          <a:prstGeom prst="line">
            <a:avLst/>
          </a:prstGeom>
          <a:noFill/>
          <a:ln w="38100">
            <a:solidFill>
              <a:srgbClr val="1E4F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22402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namespace groups related classes, interfaces, traits, and functions to avoid naming conflicts.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folder that organizes your PHP code, just as folders prevent file name conflicts on your computer, namespaces prevent class name conflicts in your project.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480560"/>
            <a:ext cx="10881360" cy="640080"/>
          </a:xfrm>
          <a:prstGeom prst="rect">
            <a:avLst/>
          </a:prstGeom>
          <a:solidFill>
            <a:srgbClr val="F7F5EF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480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without namespaces, two classes named Student in different libraries would conflict.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Namespaces?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44144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2331720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class name conflicts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099816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2990088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large projects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648456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readability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41655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306824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5074920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4965192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modern PHP frameworks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Syntax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5943600" cy="1823847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5431536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0873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977640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keyword declares the namespace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4416552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the first statement in the file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96519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855464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Backslash ( \ ) separates namespace levels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Example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2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514600"/>
            <a:ext cx="8229600" cy="188290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2697480"/>
            <a:ext cx="7717536" cy="153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Models/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Student.php          -&gt; </a:t>
            </a:r>
            <a:pPr indent="0" marL="0">
              <a:buNone/>
            </a:pPr>
            <a:r>
              <a:rPr lang="en-US" sz="13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Controllers/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StudentController.php  -&gt; </a:t>
            </a:r>
            <a:pPr indent="0" marL="0">
              <a:buNone/>
            </a:pPr>
            <a:r>
              <a:rPr lang="en-US" sz="13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App\Controllers;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72744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461772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StudentController belong to different namespaces.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13892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502920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file's namespace matches its folder path, preventing naming conflicts.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Classes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importing, use the full namespace path: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7772400" cy="66243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2834640"/>
            <a:ext cx="726033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$student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App\Models\</a:t>
            </a:r>
            <a:pPr indent="0" marL="0">
              <a:buNone/>
            </a:pPr>
            <a:r>
              <a:rPr lang="en-US" sz="16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81304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3703320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namespace path is written before the class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142232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 statement required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69087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581144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but can be verbose in larger files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use Statement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6858000" cy="129235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634593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App\Models\Student;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$student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2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1330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402336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shorter code, no need to write the full namespace path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5445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43484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read and understand at a glance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95604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84632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practice in modern PHP development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Imports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7772400" cy="1203770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7260336" cy="856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4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App\Models\Student;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4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App\Models\Teacher;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4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App\Controllers\StudentController;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99592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886200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can be imported at the top of the file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4325112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gets its own use statement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87375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764024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imported, use the short class name anywhere in the file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Autoloading?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Autoloading automatically loads class files when they are needed, no manual includes required.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AUTOLOADING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10515600" cy="1115187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3" name="Text 9"/>
          <p:cNvSpPr/>
          <p:nvPr/>
        </p:nvSpPr>
        <p:spPr>
          <a:xfrm>
            <a:off x="804672" y="3246120"/>
            <a:ext cx="10003536" cy="76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'Student.php'</a:t>
            </a:r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'Teacher.php'</a:t>
            </a:r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'Course.php'</a:t>
            </a:r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autoloading, PHP loads the file automatically when the class is first used.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Autoloading?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5328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2423160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file inclusion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191256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081528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more organized code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739896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workflow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50799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398264"/>
            <a:ext cx="10287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 and scalability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9.10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spl_autoload_register()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8686800" cy="1233297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81747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spl_autoload_register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$class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$class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buNone/>
            </a:pPr>
            <a:r>
              <a:rPr lang="en-US" sz="15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'.php'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6301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520440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 autoload function PHP calls automatically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959352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invokes the function whenever a class is used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50799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398264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need for manual require statements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94690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4837176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$class parameter receives the fully-qualified class name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Project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5486400" cy="172542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4974336" cy="137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Student.php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Teacher.php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index.php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0" y="24688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 Student(); is called, PHP automatically loads Student.php, no manual require needed.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PSR-4?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 is the PHP Standard Recommendation for automatically loading classes based on namespaces and directory structure.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8152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297180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for PHP Standards Recommendation #4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49300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338328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namespaces map to file paths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379476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Composer and all modern PHP frameworks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3159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20624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need for manual require/include statements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72744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4617720"/>
            <a:ext cx="10287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project structure across PHP projects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9.13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PSR-4 Directory Structure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5943600" cy="239471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5431536" cy="204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Models/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Student.php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vendor/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composer.json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75120" y="25603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app/Models/ folder matches the App\Models namespace. Composer and modern PHP frameworks follow this structure.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9.14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Matching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namespace declaration must match the folder structure: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5486400" cy="66243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2834640"/>
            <a:ext cx="497433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App\Models;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file path: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66243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5" name="Text 11"/>
          <p:cNvSpPr/>
          <p:nvPr/>
        </p:nvSpPr>
        <p:spPr>
          <a:xfrm>
            <a:off x="804672" y="4206240"/>
            <a:ext cx="497433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app/Models/Student.php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9.15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Composer?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is PHP's dependency manager, a tool that automates installing and managing external libraries and packages in your PHP projects.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2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HELPS YOU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49300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383280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libraries and third-party packages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822192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update package versions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370832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261104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autoload files automatically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80974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4700016"/>
            <a:ext cx="10287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overall project management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 Autoload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composer.json snippet: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6858000" cy="2276602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2788920"/>
            <a:ext cx="6345936" cy="192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"autoload"</a:t>
            </a:r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"psr-4"</a:t>
            </a:r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"App\\"</a:t>
            </a:r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"app/"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589520" y="28346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"App" namespace prefix to the "app/" directory. Composer uses this to locate and load class files automatically.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9.17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Autoload Files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5943600" cy="682117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560320"/>
            <a:ext cx="5431536" cy="33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dump-autoload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6301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52044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creates vendor/autoload.php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330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402336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command after updating composer.json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63600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52628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needs to be run once (or after changes)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9.18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Composer Autoload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7315200" cy="1823847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6803136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'vendor/autoload.php'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App\Models\Student;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$student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buNone/>
            </a:pPr>
            <a:r>
              <a:rPr lang="en-US" sz="15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60120" y="43982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require_once needed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4828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60120" y="483717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handles all class loading automatically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5266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60120" y="52760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professional, framework-ready code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9.19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Large Projects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5303520" cy="2808097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2468880"/>
            <a:ext cx="4791456" cy="246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app/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Controllers/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Models/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Services/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</a:t>
            </a:r>
            <a:pPr indent="0" marL="0">
              <a:buNone/>
            </a:pPr>
            <a:r>
              <a:rPr lang="en-US" sz="125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vendor/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composer.json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126480" y="24688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handle requests, Models represent data, and Services contain business logic. public/ is the web root, vendor/ holds Composer packages, and composer.json defines dependencies and autoloading.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9.20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for PHP Frameworks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such as Laravel are built on the concepts covered in this lesson.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7157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260604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Namespaces: organize classes and avoid conflicts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1729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306324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Composer: manage dependencies and autoloading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6301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352044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PSR-4: standard directory and namespace structure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08736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397764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Autoloading: no manual require_once statements needed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4663440"/>
            <a:ext cx="10881360" cy="777240"/>
          </a:xfrm>
          <a:prstGeom prst="rect">
            <a:avLst/>
          </a:prstGeom>
          <a:solidFill>
            <a:srgbClr val="F7F5EF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46634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optional extras, they are the foundation of modern PHP.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5328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2423160"/>
            <a:ext cx="10287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PSR-4 naming conventions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2186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108960"/>
            <a:ext cx="10287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namespaces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794760"/>
            <a:ext cx="10287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manual require_once statements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5902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480560"/>
            <a:ext cx="10287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Composer for dependency management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5276088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5166360"/>
            <a:ext cx="10287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files logically in your project structure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Activity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97280" y="23042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folders: app/Models and app/Controllers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2852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Student class inside app/Models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97280" y="34015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namespace App\Models to the class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97280" y="3950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class using the use statement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09728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PSR-4 autoloading in composer.json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97280" y="50474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composer dump-autoload in the terminal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97280" y="5596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the Student class without using require_once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700" dirty="0"/>
          </a:p>
        </p:txBody>
      </p:sp>
      <p:sp>
        <p:nvSpPr>
          <p:cNvPr id="10" name="Shape 6"/>
          <p:cNvSpPr/>
          <p:nvPr/>
        </p:nvSpPr>
        <p:spPr>
          <a:xfrm>
            <a:off x="548640" y="229514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218541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group related classes to avoid naming conflicts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9806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268833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namespace keyword declares a namespace; use imports classes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30098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319125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Autoloading loads class files automatically when needed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0390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369417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spl_autoload_register() registers a custom autoload function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30682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419709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PSR-4 maps namespaces to directory structures automatically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80974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470001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generates autoload files via composer dump-autoload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520293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projects with app/, public/, vendor/ folders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5815584"/>
            <a:ext cx="82296" cy="82296"/>
          </a:xfrm>
          <a:prstGeom prst="ellipse">
            <a:avLst/>
          </a:prstGeom>
          <a:solidFill>
            <a:srgbClr val="1E4FD6"/>
          </a:solidFill>
          <a:ln/>
        </p:spPr>
      </p:sp>
      <p:sp>
        <p:nvSpPr>
          <p:cNvPr id="25" name="Text 21"/>
          <p:cNvSpPr/>
          <p:nvPr/>
        </p:nvSpPr>
        <p:spPr>
          <a:xfrm>
            <a:off x="868680" y="570585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concepts are the foundation of Laravel and modern PHP frameworks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oop_decks/assets/u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566928" cy="566928"/>
          </a:xfrm>
          <a:prstGeom prst="rect">
            <a:avLst/>
          </a:prstGeom>
        </p:spPr>
      </p:pic>
      <p:pic>
        <p:nvPicPr>
          <p:cNvPr id="4" name="Image 1" descr="/home/claude/oop_decks/assets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29260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88720" y="603504"/>
            <a:ext cx="9814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in PHP  ·  ITEPC03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9525">
            <a:solidFill>
              <a:srgbClr val="D8DC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66928" y="3611880"/>
            <a:ext cx="1828800" cy="0"/>
          </a:xfrm>
          <a:prstGeom prst="line">
            <a:avLst/>
          </a:prstGeom>
          <a:noFill/>
          <a:ln w="31750">
            <a:solidFill>
              <a:srgbClr val="1E4F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3794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namespaces and Composer autoloading in your projects.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9, Namespaces, Autoloading and Composer  ·  Jerico B. Garcia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Education: OOP in PHP, Week 9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18585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2026-08-03T12:20:04Z</dcterms:created>
  <dcterms:modified xsi:type="dcterms:W3CDTF">2026-08-03T12:20:04Z</dcterms:modified>
</cp:coreProperties>
</file>